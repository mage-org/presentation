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050" y="1197025"/>
            <a:ext cx="0" cy="209550"/>
          </a:xfrm>
          <a:prstGeom prst="line">
            <a:avLst/>
          </a:prstGeom>
          <a:noFill/>
          <a:ln w="76200">
            <a:solidFill>
              <a:srgbClr val="00A9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2851" y="1197025"/>
            <a:ext cx="7254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CAREER AGENT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88950" y="1660475"/>
            <a:ext cx="751342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YourCompany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88950" y="2330351"/>
            <a:ext cx="751342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Nexus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88950" y="3152626"/>
            <a:ext cx="75134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あなたのキャリアの選択肢、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8950" y="3574852"/>
            <a:ext cx="75134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"半径5m"で決めていませんか？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大企業なのに"自分の周りしか見えない"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1763" y="2235101"/>
            <a:ext cx="0" cy="257175"/>
          </a:xfrm>
          <a:prstGeom prst="line">
            <a:avLst/>
          </a:prstGeom>
          <a:noFill/>
          <a:ln w="47625">
            <a:solidFill>
              <a:srgbClr val="00A9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975" y="2235101"/>
            <a:ext cx="38118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ロールモデルがいない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1763" y="2695426"/>
            <a:ext cx="0" cy="257175"/>
          </a:xfrm>
          <a:prstGeom prst="line">
            <a:avLst/>
          </a:prstGeom>
          <a:noFill/>
          <a:ln w="47625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2695426"/>
            <a:ext cx="38118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やりたいことと違う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1763" y="3155752"/>
            <a:ext cx="0" cy="257175"/>
          </a:xfrm>
          <a:prstGeom prst="line">
            <a:avLst/>
          </a:prstGeom>
          <a:noFill/>
          <a:ln w="47625">
            <a:solidFill>
              <a:srgbClr val="E87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975" y="3155752"/>
            <a:ext cx="38118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部署の外が見えない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1763" y="3616077"/>
            <a:ext cx="0" cy="257175"/>
          </a:xfrm>
          <a:prstGeom prst="line">
            <a:avLst/>
          </a:prstGeom>
          <a:noFill/>
          <a:ln w="47625">
            <a:solidFill>
              <a:srgbClr val="9F7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3616077"/>
            <a:ext cx="38118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異動が期待と違った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8950" y="1460599"/>
            <a:ext cx="3937099" cy="1393627"/>
          </a:xfrm>
          <a:prstGeom prst="roundRect">
            <a:avLst>
              <a:gd name="adj" fmla="val 729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8558" y="1714500"/>
            <a:ext cx="349788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918558" y="2371725"/>
            <a:ext cx="3497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大卒3年以内離職率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950" y="3031927"/>
            <a:ext cx="3937099" cy="1615827"/>
          </a:xfrm>
          <a:prstGeom prst="roundRect">
            <a:avLst>
              <a:gd name="adj" fmla="val 628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8558" y="3285827"/>
            <a:ext cx="349788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918558" y="3943052"/>
            <a:ext cx="3497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日本の熱意ある社員割合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8558" y="4222403"/>
            <a:ext cx="34978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>
                    <a:alpha val="5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世界最低水準（Gallup 2023）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"知れば辞めない"のに、知る手段がない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820763"/>
            <a:ext cx="2489299" cy="1879550"/>
          </a:xfrm>
          <a:prstGeom prst="roundRect">
            <a:avLst>
              <a:gd name="adj" fmla="val 6757"/>
            </a:avLst>
          </a:prstGeom>
          <a:solidFill>
            <a:srgbClr val="00A9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20904" y="2125563"/>
            <a:ext cx="19172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情報のギャップ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0904" y="2595414"/>
            <a:ext cx="191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多様なキャリアを歩む社員がいるのに知る手段がない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27350" y="1820763"/>
            <a:ext cx="2489299" cy="1879550"/>
          </a:xfrm>
          <a:prstGeom prst="roundRect">
            <a:avLst>
              <a:gd name="adj" fmla="val 6757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13353" y="2125563"/>
            <a:ext cx="19172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マッチングのギャップ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13353" y="2938314"/>
            <a:ext cx="191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社内公募は氷山の一角。可能性が埋もれている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19800" y="1820763"/>
            <a:ext cx="2489299" cy="1879550"/>
          </a:xfrm>
          <a:prstGeom prst="roundRect">
            <a:avLst>
              <a:gd name="adj" fmla="val 6757"/>
            </a:avLst>
          </a:prstGeom>
          <a:solidFill>
            <a:srgbClr val="E87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05803" y="2125563"/>
            <a:ext cx="19172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対話のギャップ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5803" y="2595414"/>
            <a:ext cx="191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気軽に壁打ちできる相手がいない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6159" y="3903464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これらのギャップをすべて埋めるのが YourCompany Career Nexus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3つのフェーズで進化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18902"/>
            <a:ext cx="2573834" cy="3619798"/>
          </a:xfrm>
          <a:prstGeom prst="roundRect">
            <a:avLst>
              <a:gd name="adj" fmla="val 4934"/>
            </a:avLst>
          </a:prstGeom>
          <a:noFill/>
          <a:ln w="19050">
            <a:solidFill>
              <a:srgbClr val="00A9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0818" y="146655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00A9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22761" y="1572816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4815" y="2101453"/>
            <a:ext cx="21201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4815" y="2517279"/>
            <a:ext cx="21201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ロールモデルマップ構築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4815" y="2752130"/>
            <a:ext cx="21201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AIとキャリア壁打ち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4815" y="2986980"/>
            <a:ext cx="21201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部署情報・風土の把握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4934" y="1218902"/>
            <a:ext cx="2573982" cy="3619798"/>
          </a:xfrm>
          <a:prstGeom prst="roundRect">
            <a:avLst>
              <a:gd name="adj" fmla="val 4934"/>
            </a:avLst>
          </a:prstGeom>
          <a:noFill/>
          <a:ln w="19050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950" y="146655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99894" y="1572816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11798" y="2101453"/>
            <a:ext cx="21202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継続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11798" y="2517279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個人別キャリアマップ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1798" y="2752130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AIによる励ましの声かけ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11798" y="2986980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モチベーション把握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067" y="1218902"/>
            <a:ext cx="2573982" cy="3619798"/>
          </a:xfrm>
          <a:prstGeom prst="roundRect">
            <a:avLst>
              <a:gd name="adj" fmla="val 4934"/>
            </a:avLst>
          </a:prstGeom>
          <a:noFill/>
          <a:ln w="19050">
            <a:solidFill>
              <a:srgbClr val="E873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95083" y="146655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E87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77027" y="1572816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88930" y="2101453"/>
            <a:ext cx="21202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8930" y="2517279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スキル可視化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8930" y="2752130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最適人員配置の自動化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8930" y="2986980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勉強会・メンタリング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ユーザー体験フロー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2201763"/>
            <a:ext cx="1299418" cy="1190625"/>
          </a:xfrm>
          <a:prstGeom prst="roundRect">
            <a:avLst>
              <a:gd name="adj" fmla="val 10667"/>
            </a:avLst>
          </a:prstGeom>
          <a:solidFill>
            <a:srgbClr val="00A9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1178" y="2430363"/>
            <a:ext cx="8590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1178" y="2916138"/>
            <a:ext cx="859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1919" y="2611338"/>
            <a:ext cx="2735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51608" y="2201763"/>
            <a:ext cx="1299567" cy="1190625"/>
          </a:xfrm>
          <a:prstGeom prst="roundRect">
            <a:avLst>
              <a:gd name="adj" fmla="val 10667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71785" y="2430363"/>
            <a:ext cx="85921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1785" y="2916138"/>
            <a:ext cx="859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52676" y="2611338"/>
            <a:ext cx="2735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22365" y="2201763"/>
            <a:ext cx="1299418" cy="1190625"/>
          </a:xfrm>
          <a:prstGeom prst="roundRect">
            <a:avLst>
              <a:gd name="adj" fmla="val 10667"/>
            </a:avLst>
          </a:prstGeom>
          <a:solidFill>
            <a:srgbClr val="5A67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42543" y="2430363"/>
            <a:ext cx="8590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42543" y="2916138"/>
            <a:ext cx="859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23284" y="2611338"/>
            <a:ext cx="2735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92973" y="2201763"/>
            <a:ext cx="1299418" cy="1190625"/>
          </a:xfrm>
          <a:prstGeom prst="roundRect">
            <a:avLst>
              <a:gd name="adj" fmla="val 10667"/>
            </a:avLst>
          </a:prstGeom>
          <a:solidFill>
            <a:srgbClr val="E87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13151" y="2430363"/>
            <a:ext cx="8590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13151" y="2916138"/>
            <a:ext cx="859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93893" y="2611338"/>
            <a:ext cx="2735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63582" y="2201763"/>
            <a:ext cx="1299418" cy="1190625"/>
          </a:xfrm>
          <a:prstGeom prst="roundRect">
            <a:avLst>
              <a:gd name="adj" fmla="val 10667"/>
            </a:avLst>
          </a:prstGeom>
          <a:solidFill>
            <a:srgbClr val="9F7A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83759" y="2430363"/>
            <a:ext cx="8590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683759" y="2916138"/>
            <a:ext cx="859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-91440" y="4680049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詳細はデモ動画にて紹介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進化後のユースケース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69802"/>
            <a:ext cx="3937099" cy="3518148"/>
          </a:xfrm>
          <a:prstGeom prst="roundRect">
            <a:avLst>
              <a:gd name="adj" fmla="val 361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508200"/>
            <a:ext cx="33940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50" y="2952601"/>
            <a:ext cx="33940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AIが日々のモチベーションを把握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750" y="3301752"/>
            <a:ext cx="33940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自発的な声かけで社員を支える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98950" y="1269802"/>
            <a:ext cx="3937099" cy="3518148"/>
          </a:xfrm>
          <a:prstGeom prst="roundRect">
            <a:avLst>
              <a:gd name="adj" fmla="val 3610"/>
            </a:avLst>
          </a:prstGeom>
          <a:solidFill>
            <a:srgbClr val="E87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03750" y="2508200"/>
            <a:ext cx="33940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03750" y="2952601"/>
            <a:ext cx="33940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最適人員配置の自動化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03750" y="3301752"/>
            <a:ext cx="33940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勉強会・メンタリングを自動マッチング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084338"/>
            <a:ext cx="2573834" cy="1889075"/>
          </a:xfrm>
          <a:prstGeom prst="roundRect">
            <a:avLst>
              <a:gd name="adj" fmla="val 6723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2112913"/>
            <a:ext cx="2573834" cy="0"/>
          </a:xfrm>
          <a:prstGeom prst="line">
            <a:avLst/>
          </a:prstGeom>
          <a:noFill/>
          <a:ln w="57150">
            <a:solidFill>
              <a:srgbClr val="00A9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3108" y="2446288"/>
            <a:ext cx="20035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93108" y="3097113"/>
            <a:ext cx="2003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自社データ x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108" y="3459063"/>
            <a:ext cx="20035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その会社ならではの提案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84934" y="2084338"/>
            <a:ext cx="2573982" cy="1889075"/>
          </a:xfrm>
          <a:prstGeom prst="roundRect">
            <a:avLst>
              <a:gd name="adj" fmla="val 6723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84934" y="2112913"/>
            <a:ext cx="2573982" cy="0"/>
          </a:xfrm>
          <a:prstGeom prst="line">
            <a:avLst/>
          </a:prstGeom>
          <a:noFill/>
          <a:ln w="5715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0091" y="2446288"/>
            <a:ext cx="200367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70091" y="3097113"/>
            <a:ext cx="20036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対話で深掘り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0091" y="3459063"/>
            <a:ext cx="20036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個人に寄り添う提案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62067" y="2084338"/>
            <a:ext cx="2573982" cy="1889075"/>
          </a:xfrm>
          <a:prstGeom prst="roundRect">
            <a:avLst>
              <a:gd name="adj" fmla="val 6723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62067" y="2112913"/>
            <a:ext cx="2573982" cy="0"/>
          </a:xfrm>
          <a:prstGeom prst="line">
            <a:avLst/>
          </a:prstGeom>
          <a:noFill/>
          <a:ln w="57150">
            <a:solidFill>
              <a:srgbClr val="E87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7223" y="2446288"/>
            <a:ext cx="200367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47223" y="3097113"/>
            <a:ext cx="20036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蓄積が組織価値に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7223" y="3459063"/>
            <a:ext cx="20036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個人から組織への相乗効果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897112"/>
            <a:ext cx="1650802" cy="463451"/>
          </a:xfrm>
          <a:prstGeom prst="roundRect">
            <a:avLst>
              <a:gd name="adj" fmla="val 16442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2024062"/>
            <a:ext cx="854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ユーザー接点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12653" y="1897112"/>
            <a:ext cx="6096446" cy="463451"/>
          </a:xfrm>
          <a:prstGeom prst="roundRect">
            <a:avLst>
              <a:gd name="adj" fmla="val 1644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81178" y="2024062"/>
            <a:ext cx="59593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/ Teams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2487513"/>
            <a:ext cx="1650802" cy="472976"/>
          </a:xfrm>
          <a:prstGeom prst="roundRect">
            <a:avLst>
              <a:gd name="adj" fmla="val 16111"/>
            </a:avLst>
          </a:prstGeom>
          <a:solidFill>
            <a:srgbClr val="00A9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2619226"/>
            <a:ext cx="988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AIエージェント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12653" y="2487513"/>
            <a:ext cx="1964382" cy="472976"/>
          </a:xfrm>
          <a:prstGeom prst="roundRect">
            <a:avLst>
              <a:gd name="adj" fmla="val 16111"/>
            </a:avLst>
          </a:prstGeom>
          <a:solidFill>
            <a:srgbClr val="E6FFFA"/>
          </a:solidFill>
          <a:ln w="9525">
            <a:solidFill>
              <a:srgbClr val="00A9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32214" y="2623989"/>
            <a:ext cx="1725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78536" y="2487513"/>
            <a:ext cx="1964531" cy="472976"/>
          </a:xfrm>
          <a:prstGeom prst="roundRect">
            <a:avLst>
              <a:gd name="adj" fmla="val 16111"/>
            </a:avLst>
          </a:prstGeom>
          <a:solidFill>
            <a:srgbClr val="E6FFFA"/>
          </a:solidFill>
          <a:ln w="9525">
            <a:solidFill>
              <a:srgbClr val="00A9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98096" y="2623989"/>
            <a:ext cx="1725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励まし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44568" y="2487513"/>
            <a:ext cx="1964531" cy="472976"/>
          </a:xfrm>
          <a:prstGeom prst="roundRect">
            <a:avLst>
              <a:gd name="adj" fmla="val 16111"/>
            </a:avLst>
          </a:prstGeom>
          <a:solidFill>
            <a:srgbClr val="E6FFFA"/>
          </a:solidFill>
          <a:ln w="9525">
            <a:solidFill>
              <a:srgbClr val="00A9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4128" y="2623989"/>
            <a:ext cx="1725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901" y="3087439"/>
            <a:ext cx="1650802" cy="472976"/>
          </a:xfrm>
          <a:prstGeom prst="roundRect">
            <a:avLst>
              <a:gd name="adj" fmla="val 16111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1851" y="3219152"/>
            <a:ext cx="862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 / RAG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12653" y="3087439"/>
            <a:ext cx="1964382" cy="472976"/>
          </a:xfrm>
          <a:prstGeom prst="roundRect">
            <a:avLst>
              <a:gd name="adj" fmla="val 16111"/>
            </a:avLst>
          </a:prstGeom>
          <a:solidFill>
            <a:srgbClr val="EBF4FF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32214" y="3223915"/>
            <a:ext cx="1725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インタビュー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78536" y="3087439"/>
            <a:ext cx="1964531" cy="472976"/>
          </a:xfrm>
          <a:prstGeom prst="roundRect">
            <a:avLst>
              <a:gd name="adj" fmla="val 16111"/>
            </a:avLst>
          </a:prstGeom>
          <a:solidFill>
            <a:srgbClr val="EBF4FF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98096" y="3223915"/>
            <a:ext cx="1725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公募・スキル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44568" y="3087439"/>
            <a:ext cx="1964531" cy="472976"/>
          </a:xfrm>
          <a:prstGeom prst="roundRect">
            <a:avLst>
              <a:gd name="adj" fmla="val 16111"/>
            </a:avLst>
          </a:prstGeom>
          <a:solidFill>
            <a:srgbClr val="EBF4FF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64128" y="3223915"/>
            <a:ext cx="1725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キャリアマップ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4901" y="3687366"/>
            <a:ext cx="1650802" cy="472976"/>
          </a:xfrm>
          <a:prstGeom prst="roundRect">
            <a:avLst>
              <a:gd name="adj" fmla="val 16111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1851" y="3819079"/>
            <a:ext cx="5697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社内連携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12653" y="3687366"/>
            <a:ext cx="6096446" cy="472976"/>
          </a:xfrm>
          <a:prstGeom prst="roundRect">
            <a:avLst>
              <a:gd name="adj" fmla="val 16111"/>
            </a:avLst>
          </a:prstGeom>
          <a:solidFill>
            <a:srgbClr val="EDF2F7"/>
          </a:solidFill>
          <a:ln w="9525">
            <a:solidFill>
              <a:srgbClr val="7180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90893" y="3823841"/>
            <a:ext cx="5939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既存キャリアシステム / 人事システム（将来拡張）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500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期待される効果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538264"/>
            <a:ext cx="1860500" cy="981075"/>
          </a:xfrm>
          <a:prstGeom prst="roundRect">
            <a:avLst>
              <a:gd name="adj" fmla="val 1294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3490764"/>
            <a:ext cx="1860500" cy="0"/>
          </a:xfrm>
          <a:prstGeom prst="line">
            <a:avLst/>
          </a:prstGeom>
          <a:noFill/>
          <a:ln w="57150">
            <a:solidFill>
              <a:srgbClr val="00A9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241" y="2843064"/>
            <a:ext cx="12759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離職率低下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97051" y="2381101"/>
            <a:ext cx="1860649" cy="1295400"/>
          </a:xfrm>
          <a:prstGeom prst="roundRect">
            <a:avLst>
              <a:gd name="adj" fmla="val 980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97051" y="3647926"/>
            <a:ext cx="1860649" cy="0"/>
          </a:xfrm>
          <a:prstGeom prst="line">
            <a:avLst/>
          </a:prstGeom>
          <a:noFill/>
          <a:ln w="5715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340" y="2685901"/>
            <a:ext cx="127607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エンゲージメント向上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6300" y="2538264"/>
            <a:ext cx="1860500" cy="981075"/>
          </a:xfrm>
          <a:prstGeom prst="roundRect">
            <a:avLst>
              <a:gd name="adj" fmla="val 1294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86300" y="3490764"/>
            <a:ext cx="1860500" cy="0"/>
          </a:xfrm>
          <a:prstGeom prst="line">
            <a:avLst/>
          </a:prstGeom>
          <a:noFill/>
          <a:ln w="57150">
            <a:solidFill>
              <a:srgbClr val="E87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8591" y="2843064"/>
            <a:ext cx="12759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人事工数削減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75400" y="2381101"/>
            <a:ext cx="1860649" cy="1295400"/>
          </a:xfrm>
          <a:prstGeom prst="roundRect">
            <a:avLst>
              <a:gd name="adj" fmla="val 980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75400" y="3647926"/>
            <a:ext cx="1860649" cy="0"/>
          </a:xfrm>
          <a:prstGeom prst="line">
            <a:avLst/>
          </a:prstGeom>
          <a:noFill/>
          <a:ln w="57150">
            <a:solidFill>
              <a:srgbClr val="9F7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7690" y="2685901"/>
            <a:ext cx="127607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7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組織流動性向上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2509" y="1638300"/>
            <a:ext cx="327898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半径5mの外に、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149654" y="2336750"/>
            <a:ext cx="484454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あなたのキャリアがある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030438" y="3238351"/>
            <a:ext cx="31446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YourCompany Career Nexus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YourCompany Career Nexus - Concise</dc:title>
  <dc:subject>PptxGenJS Presentation</dc:subject>
  <dc:creator>Career Nexus Team</dc:creator>
  <cp:lastModifiedBy>Career Nexus Team</cp:lastModifiedBy>
  <cp:revision>1</cp:revision>
  <dcterms:created xsi:type="dcterms:W3CDTF">2026-04-22T10:34:41Z</dcterms:created>
  <dcterms:modified xsi:type="dcterms:W3CDTF">2026-04-22T10:34:41Z</dcterms:modified>
</cp:coreProperties>
</file>