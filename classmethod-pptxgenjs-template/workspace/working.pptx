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4" r:id="rId10"/>
    <p:sldId id="266" r:id="rId12"/>
    <p:sldId id="274" r:id="rId25"/>
    <p:sldId id="275" r:id="rId26"/>
    <p:sldId id="276" r:id="rId27"/>
    <p:sldId id="265" r:id="rId11"/>
    <p:sldId id="272" r:id="rId18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8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27432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プレゼンテーションタイトル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サブタイトル・説明文をここに入力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20XX/XX/XX  発表者名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スライドタイトル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見出しテキスト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箇条書き項目1：説明テキストをここに入力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箇条書き項目2：説明テキストをここに入力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箇条書き項目3：説明テキストをここに入力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箇条書き項目4：説明テキストをここに入力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フルコンテンツのタイトル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このレイアウトはヘッダーバーがなく、コンテンツ領域を広く使えます。情報量が多いスライドや、独自のレイアウトが必要な場合に適しています。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3カラムレイアウト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9278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708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5122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6552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カラム3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項目C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主要指標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3990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98%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8328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39903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2.5x</a:t>
            </a:r>
            <a:endParaRPr lang="en-US" sz="5200" dirty="0"/>
          </a:p>
        </p:txBody>
      </p:sp>
      <p:sp>
        <p:nvSpPr>
          <p:cNvPr id="16" name="Text 12"/>
          <p:cNvSpPr/>
          <p:nvPr/>
        </p:nvSpPr>
        <p:spPr>
          <a:xfrm>
            <a:off x="35661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指標ラベル2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</p:sp>
      <p:sp>
        <p:nvSpPr>
          <p:cNvPr id="19" name="Shape 15"/>
          <p:cNvSpPr/>
          <p:nvPr/>
        </p:nvSpPr>
        <p:spPr>
          <a:xfrm>
            <a:off x="699516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39903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67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500+</a:t>
            </a:r>
            <a:endParaRPr lang="en-US" sz="5200" dirty="0"/>
          </a:p>
        </p:txBody>
      </p:sp>
      <p:sp>
        <p:nvSpPr>
          <p:cNvPr id="22" name="Text 17"/>
          <p:cNvSpPr/>
          <p:nvPr/>
        </p:nvSpPr>
        <p:spPr>
          <a:xfrm>
            <a:off x="626364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指標ラベル3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プロセス・手順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737360"/>
            <a:ext cx="64465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754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1" name="Text 9"/>
          <p:cNvSpPr/>
          <p:nvPr/>
        </p:nvSpPr>
        <p:spPr>
          <a:xfrm>
            <a:off x="31775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831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318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2638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5" name="Text 13"/>
          <p:cNvSpPr/>
          <p:nvPr/>
        </p:nvSpPr>
        <p:spPr>
          <a:xfrm>
            <a:off x="53263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20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202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7522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52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808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086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6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280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キーメッセージ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280" y="25603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強調したいメッセージやセクションの導入文をここに入力します。青背景のスライドは視覚的なアクセントになります。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フルコンテンツのタイトル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このレイアウトはヘッダーバーがなく、コンテンツ領域を広く使えます。情報量が多いスライドや、独自のレイアウトが必要な場合に適しています。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フルコンテンツのタイトル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このレイアウトはヘッダーバーがなく、コンテンツ領域を広く使えます。情報量が多いスライドや、独自のレイアウトが必要な場合に適しています。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箇条書き項目2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箇条書き項目3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プロセス・手順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737360"/>
            <a:ext cx="64465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754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1" name="Text 9"/>
          <p:cNvSpPr/>
          <p:nvPr/>
        </p:nvSpPr>
        <p:spPr>
          <a:xfrm>
            <a:off x="31775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831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318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2638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5" name="Text 13"/>
          <p:cNvSpPr/>
          <p:nvPr/>
        </p:nvSpPr>
        <p:spPr>
          <a:xfrm>
            <a:off x="53263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20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202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7522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52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808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ステップ4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086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XXXX 説明文をここに入力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Classmethod Slide Template</dc:title>
  <dc:subject>PptxGenJS Presentation</dc:subject>
  <dc:creator>Classmethod</dc:creator>
  <cp:lastModifiedBy>Classmethod</cp:lastModifiedBy>
  <cp:revision>1</cp:revision>
  <dcterms:created xsi:type="dcterms:W3CDTF">2026-04-20T15:09:41Z</dcterms:created>
  <dcterms:modified xsi:type="dcterms:W3CDTF">2026-04-20T15:09:41Z</dcterms:modified>
</cp:coreProperties>
</file>