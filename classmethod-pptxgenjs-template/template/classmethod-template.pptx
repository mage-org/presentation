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プレゼンテーションタイトル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サブタイトル・説明文をここに入力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20XX/XX/XX  発表者名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セクションタイトル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セクションの説明テキスト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スライドタイトル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見出しテキスト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箇条書き項目4：説明テキストをここに入力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フルコンテンツのタイトル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このレイアウトはヘッダーバーがなく、コンテンツ領域を広く使えます。情報量が多いスライドや、独自のレイアウトが必要な場合に適しています。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図表のタイトル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3291840"/>
          </a:xfrm>
          <a:prstGeom prst="rect">
            <a:avLst/>
          </a:prstGeom>
          <a:solidFill>
            <a:srgbClr val="F3F3F3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10058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画像・図表プレースホルダー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出典・注釈テキスト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テキスト＋図（右）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84048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左側にテキスト説明を配置します。箇条書きや段落テキストで内容を表現します。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ポイント1の説明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ポイント2の説明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ポイント3の説明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658368"/>
            <a:ext cx="4480560" cy="44851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658368"/>
            <a:ext cx="4480560" cy="4485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画像エリア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テキスト＋図（左）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4480560" cy="44851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8368"/>
            <a:ext cx="4480560" cy="4485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画像エリア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384048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右側にテキストを配置するレイアウトです。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ポイント1の説明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ポイント2の説明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ポイント3の説明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2カラムレイアウト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88620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左カラム見出し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左カラムの内容1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左カラムの内容2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左カラムの内容3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09160" y="868680"/>
            <a:ext cx="388620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右カラム見出し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右カラムの内容1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右カラムの内容2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右カラムの内容3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3カラムレイアウト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9278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708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5122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6552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主要指標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3990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98%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3990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2.5x</a:t>
            </a:r>
            <a:endParaRPr lang="en-US" sz="5200" dirty="0"/>
          </a:p>
        </p:txBody>
      </p:sp>
      <p:sp>
        <p:nvSpPr>
          <p:cNvPr id="16" name="Text 12"/>
          <p:cNvSpPr/>
          <p:nvPr/>
        </p:nvSpPr>
        <p:spPr>
          <a:xfrm>
            <a:off x="35661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19" name="Shape 15"/>
          <p:cNvSpPr/>
          <p:nvPr/>
        </p:nvSpPr>
        <p:spPr>
          <a:xfrm>
            <a:off x="699516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39903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500+</a:t>
            </a:r>
            <a:endParaRPr lang="en-US" sz="5200" dirty="0"/>
          </a:p>
        </p:txBody>
      </p:sp>
      <p:sp>
        <p:nvSpPr>
          <p:cNvPr id="22" name="Text 17"/>
          <p:cNvSpPr/>
          <p:nvPr/>
        </p:nvSpPr>
        <p:spPr>
          <a:xfrm>
            <a:off x="626364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プロセス・手順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1" name="Text 9"/>
          <p:cNvSpPr/>
          <p:nvPr/>
        </p:nvSpPr>
        <p:spPr>
          <a:xfrm>
            <a:off x="31775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31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31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638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5" name="Text 13"/>
          <p:cNvSpPr/>
          <p:nvPr/>
        </p:nvSpPr>
        <p:spPr>
          <a:xfrm>
            <a:off x="53263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0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20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522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52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08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08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比較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3749040" cy="64008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Before / 現状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課題・問題点1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課題・問題点2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課題・問題点3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3749040" cy="64008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After / 改善後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改善効果1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改善効果2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改善効果3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特徴・機能一覧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2001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31445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7945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145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12001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31445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7945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21145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2200" y="12001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1445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17945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172200" y="21145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77240" y="30289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14325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6233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機能4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77240" y="39433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474720" y="30289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4325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74720" y="36233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機能5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3474720" y="39433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172200" y="3028950"/>
            <a:ext cx="502920" cy="50292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14325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72200" y="36233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機能6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6172200" y="394335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説明テキスト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5544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ここに引用文やキーメッセージを入力します。印象的なフレーズや重要な発言を大きく表示するレイアウトです。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97280" y="3749040"/>
            <a:ext cx="1371600" cy="0"/>
          </a:xfrm>
          <a:prstGeom prst="line">
            <a:avLst/>
          </a:prstGeom>
          <a:noFill/>
          <a:ln w="25400">
            <a:solidFill>
              <a:srgbClr val="2C67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発言者名  /  XXXX 役職・所属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280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1947672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43000" y="2697480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9504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79776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143000" y="3447288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39312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529584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43000" y="4197096"/>
            <a:ext cx="7452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279392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アジェンダ項目5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テーブルレイアウト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項目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列2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列3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列4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データ1-4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データ2-4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データ3-4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データ4-4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データ5-1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データ5-2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データ5-3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3434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XXXX データ5-4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出典・注釈テキスト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6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キーメッセージ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25603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強調したいメッセージやセクションの導入文をここに入力します。青背景のスライドは視覚的なアクセントになります。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097280"/>
            <a:ext cx="27432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ご清聴ありがとうございました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0" y="32004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お名前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部署・所属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email@example.com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Classmethod Slide Template</dc:title>
  <dc:subject>PptxGenJS Presentation</dc:subject>
  <dc:creator>Classmethod</dc:creator>
  <cp:lastModifiedBy>Classmethod</cp:lastModifiedBy>
  <cp:revision>1</cp:revision>
  <dcterms:created xsi:type="dcterms:W3CDTF">2026-04-20T15:09:41Z</dcterms:created>
  <dcterms:modified xsi:type="dcterms:W3CDTF">2026-04-20T15:09:41Z</dcterms:modified>
</cp:coreProperties>
</file>